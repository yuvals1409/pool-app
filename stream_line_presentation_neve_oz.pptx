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עלות שנתית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הוצאות משרדיות
שניתן לחסוך</c:v>
                  </c:pt>
                  <c:pt idx="1">
                    <c:v>עמלות כרטיסי
אשראי</c:v>
                  </c:pt>
                  <c:pt idx="2">
                    <c:v>Stream Line
שנתי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</c:v>
                </c:pt>
                <c:pt idx="1">
                  <c:v>54000</c:v>
                </c:pt>
                <c:pt idx="2">
                  <c:v>50400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הצג את עצמך כמדריך שחייה שבנה מערכת ניהול מהשטח. ציין שאתה מכיר את האתגרים מבפנים. הקדם: 'בואו נראה את הנתונים ואיך אפשר לשפר.'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כספי — הראה שאתה מכיר את הנתונים. נקודות: מחזור 9.3M אבל עודף ירד 30%. שכר שטח עלה 17.3%. הכנסות מראש 3.7M = כמעט כל המזומנים — שימור קריטי. הוצאות משרדיות עלו 23% ל-243K.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כאבים — תן דוגמה מהשטח לכל אחד. ניהול ידני: מורן מתעדת נוכחות ידנית. סליקה: בלי ניהול תקין מ-2019. עומס: שכר שטח +17% כי עובדים שעות על דברים שצריכים להיות אוטומטיים. טפסים: 600+ בשנה על נייר.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הדגש: המערכת נבנתה מתוך הצורך שלך כמדריך. לא מחליף את Fizikal — משלים. הראה דמו אחרי השקף.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 — הקלף המנצח: בלי ניהול תקין אי אפשר סליקה רגילה. 54K₪ עמלות. WhatsApp: במקום שמורן תתקשר — בוט שולח הכל אוטומטי. Fizikal לא מציע לא סליקה ולא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השוואה ויזואלית. 600+ טפסים בשנה. הוצאות משרדיות 243K₪ (+23%). חתימה אלקטרונית, שמירה ב-CRM.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בונוס — אל תתקוף TC! המסר: דפי נחיתה כלולים בחבילת WhatsApp. לידים מפרסום נכנסים ישר למערכת. אל תגיד 'במקום TC' — תגיד 'בנוסף'.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ROI: הקמה 55K = 0.6% מהמחזור. שנתי 50.4K. חיסכון 174K (120K משרדיות + 54K עמלות). החזר ב-4 חודשים. פחות מ-1% מהמחזור. אם הנחה: 15% מקסימום בפגישה ראשונה.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אסטרטגי: 1. אתם משקיעים בשטח — תנו כלים. 2. מזומנים=הכנסות מראש — שימור קריטי. 3. הגירעון כמעט נסגר — השקיעו מעמדה של חוזקה. 4. דמי חבר ירדו 17% — צריך גיוס.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סיכום: 4 שכבות. פחות מ-1% מהמחזור. חיסכון 174K+. החזר ב-4 חודשים. שאל: מה השלב הבא? הנחה: 15% מקסימום.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roj/public/stream-line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914400"/>
          </a:xfrm>
          <a:prstGeom prst="rect">
            <a:avLst/>
          </a:prstGeom>
        </p:spPr>
      </p:pic>
      <p:pic>
        <p:nvPicPr>
          <p:cNvPr id="3" name="Image 1" descr="/tmp/pptx_proj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474720"/>
            <a:ext cx="118872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9144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LINE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4572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בית ספר לשחייה | סליקה דיגיטלית | בוט WhatsApp | טפסים דיגיטליים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0" y="2743200"/>
            <a:ext cx="4114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ספורט נווה עוז — פתח תקווה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572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יוני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תמונה כספית — נווה עוז 2024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הדוחות הכספיים המבוקרים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3776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9.3M₪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93776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שנתי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427K₪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4008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עודף נטו (ירידה של 30%)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754880" y="30175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154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76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3.7M₪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937760" y="3794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מזומנים בקופה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1546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640080" y="3794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עובדים | 369 חברים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האתגרים שזיהינו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234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ידני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93776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שכר הנהלה 985K₪, הוצאות משרדיות 243K₪ (+23%). תהליכים ידניים שורפים זמן ותקציב.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344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סליקה דיגיטלית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ניהול תקין מ-2019. עמלות כרטיסי אשראי 54K₪. PayMe פותר את זה מיידית.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5488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1546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עומס על צוות השטח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93776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שכר שטח זינק 17.3% ל-3.47M₪. יותר עובדים, אותם כלים ידניים — צריך אוטומציה.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1546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טפסים פיזיים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008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הצהרות בריאות, רישום, ודוחות נוכחות על נייר. 369 חברים + מאות תלמידי שחייה.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1: מערכת CRM לבית הספר לשחייה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515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515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תלמידים, קבוצות ומדריכים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5087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שיעורים שבועי חכם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6596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נוכחות דיגיטלי — במקום דפי נייר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4231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7200" y="2423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הערכות שחייה ודוחות התקדמות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88036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57200" y="2880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כספי — חיובים, תשלומים, חובות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33756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57200" y="33375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דשבורד מנהלים עם תובנות בזמן אמת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794760"/>
            <a:ext cx="274320" cy="2743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57200" y="37947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 לצד Fizikal — לא מחליף אותו</a:t>
            </a:r>
            <a:endParaRPr lang="en-US" sz="1400" dirty="0"/>
          </a:p>
        </p:txBody>
      </p:sp>
      <p:sp>
        <p:nvSpPr>
          <p:cNvPr id="17" name="Shape 8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/>
        </p:spPr>
      </p:sp>
      <p:sp>
        <p:nvSpPr>
          <p:cNvPr id="18" name="Text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כבר פעילה ומוכחת בשטח — נבנתה מתוך ניסיון של מדריך שחייה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סליקה + תקשורת אוטומטית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754880" y="100584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2: סליקה PayMe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93776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עובד בלי ניהול תקין — הפתרון היחיד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37760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קישורי תשלום ב-WhatsApp ומייל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27066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חיוב אוטומטי חוזר (הוראות קבע)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דוחות גבייה מלאים במערכת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חוסך עמלות — היום 54K₪/שנה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100584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188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3: בוט WhatsApp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בוט AI שעונה 24/7 להורים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2267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תזכורות שיעורים אוטומטיות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27066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עדכוני נוכחות להורים בזמן אמת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31455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שליחת קישורי תשלום ישירות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API ישיר מ-Meta — לא Twilio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371600" y="438912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20" name="Text 16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 = הנקודה החזקה ביותר. Fizikal לא יכול לפתור את בעיית הסליקה.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4: טפסים דיגיטליים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754880" y="1005840"/>
            <a:ext cx="4114800" cy="2560320"/>
          </a:xfrm>
          <a:prstGeom prst="roundRect">
            <a:avLst>
              <a:gd name="adj" fmla="val 535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— נייר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377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הצהרות בריאות על נייר — 600+ בשנה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אין דרך לאמת חתימות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2478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תיקים פיזיים תופסים מקום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2916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הוצאות משרדיות: 243K₪ (+23%)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2560320"/>
          </a:xfrm>
          <a:prstGeom prst="roundRect">
            <a:avLst>
              <a:gd name="adj" fmla="val 5357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— דיגיטלי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טפסים דיגיטליים עם חתימה אלקטרונית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שמירה אוטומטית ב-CRM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78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גישה מיידית מכל מקום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חיסכון בזמן, נייר, ואחסון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011680"/>
            <a:ext cx="457200" cy="457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369 חברים + 250-300 תלמידי שחייה = </a:t>
            </a:r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600+ טפסים בשנה</a:t>
            </a:r>
            <a:pPr algn="r" indent="0" marL="0">
              <a:buNone/>
            </a:pPr>
            <a:endParaRPr lang="en-US" sz="14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טפסים דיגיטליים חוסכים עשרות שעות עבודה ואלפי שקלים בהוצאות משרדיות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בונוס: דפי נחיתה מחוברים למערכת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0" y="22860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228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כלול בחבילת WhatsApp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0" y="10972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0" y="1234440"/>
            <a:ext cx="548640" cy="54864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נחיתה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4944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הורה רואה מודעה ונכנס לדף רישום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63440" y="10972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49240" y="1234440"/>
            <a:ext cx="548640" cy="54864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4" name="Text 10"/>
          <p:cNvSpPr/>
          <p:nvPr/>
        </p:nvSpPr>
        <p:spPr>
          <a:xfrm>
            <a:off x="53492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בוט WhatsApp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5488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 תשובות אוטומטיות ומידע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011680"/>
            <a:ext cx="320040" cy="3200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468880" y="10972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E0E7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154680" y="1234440"/>
            <a:ext cx="548640" cy="54864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21" name="Text 15"/>
          <p:cNvSpPr/>
          <p:nvPr/>
        </p:nvSpPr>
        <p:spPr>
          <a:xfrm>
            <a:off x="31546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92024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56032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נכנס ל-CRM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256032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הליד נשמר אוטומטית במערכת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840" y="2011680"/>
            <a:ext cx="320040" cy="32004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274320" y="109728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60120" y="1234440"/>
            <a:ext cx="548640" cy="54864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28" name="Text 20"/>
          <p:cNvSpPr/>
          <p:nvPr/>
        </p:nvSpPr>
        <p:spPr>
          <a:xfrm>
            <a:off x="960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192024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65760" y="2468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תשלום PayMe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365760" y="2834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משלם ומתחיל שיעורים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2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היום: </a:t>
            </a:r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הורה רואה מודעה → מתקשר → ממלא טופס נייר → משלם בצ'ק</a:t>
            </a:r>
            <a:pPr algn="r" indent="0" marL="0">
              <a:buNone/>
            </a:pPr>
            <a:endParaRPr lang="en-US" sz="1300" dirty="0"/>
          </a:p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מחר: 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הורה נכנס לדף נחיתה → בוט עונה → CRM שומר → PayMe גובה. אוטומטי.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— תשואה על ההשקעה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0" y="91440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10058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3017520" y="10058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55K₪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הקמה חד-פעמית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מ-0.6% מהמחזור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847088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0" y="184708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4,200₪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892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חודשית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50,400₪ בשנה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2688336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</p:spPr>
      </p:sp>
      <p:sp>
        <p:nvSpPr>
          <p:cNvPr id="13" name="Text 10"/>
          <p:cNvSpPr/>
          <p:nvPr/>
        </p:nvSpPr>
        <p:spPr>
          <a:xfrm>
            <a:off x="3017520" y="268833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174K₪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" y="27340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חיסכון פוטנציאלי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054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משרדיות + עמלות + שעות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529584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0FDF4"/>
          </a:solidFill>
          <a:ln/>
        </p:spPr>
      </p:sp>
      <p:sp>
        <p:nvSpPr>
          <p:cNvPr id="17" name="Text 14"/>
          <p:cNvSpPr/>
          <p:nvPr/>
        </p:nvSpPr>
        <p:spPr>
          <a:xfrm>
            <a:off x="3017520" y="352958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חודשים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" y="35753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 החזר השקעה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חיובי מהחודש ה-5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A2B4A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סה"כ הפתרון = פחות מ-1% מהמחזור השנתי (9.3M₪)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עכשיו? ניתוח אסטרטגי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754880" y="10058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1430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3776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הסטת השקעה לשטח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93776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שכר השטח עלה 17.3% ושכר ההנהלה ירד 19.4%. אתם כבר משקיעים באיכות — חסרים הכלים הדיגיטליים.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143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סיכון שימור — הכנסות מראש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3.7M₪ הכנסות מראש = כמעט כל המזומנים. שימור לקוחות קריטי. CRM + WhatsApp משפרים תקשורת.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29718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3108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הגירעון נסגר — חלון השקעה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3776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הגירעון התפעולי ירד מ-766K₪ ל-62K₪. זו נקודת מפנה — הזמן להשקיע במודרניזציה.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29718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1089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דמי חבר בירידה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720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הכנסות מדמי חבר ירדו 17% (מ-1,087K ל-900K). צריך כלים שיגייסו ויחזיקו חברים — בדיוק מה שדפי נחיתה + בוט עושים.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roj/public/stream-line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"/>
            <a:ext cx="1645920" cy="822960"/>
          </a:xfrm>
          <a:prstGeom prst="rect">
            <a:avLst/>
          </a:prstGeom>
        </p:spPr>
      </p:pic>
      <p:pic>
        <p:nvPicPr>
          <p:cNvPr id="3" name="Image 1" descr="/tmp/pptx_proj/publi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91440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שכבות. פתרון אחד שלם.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7772400" y="13258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2"/>
          <p:cNvSpPr/>
          <p:nvPr/>
        </p:nvSpPr>
        <p:spPr>
          <a:xfrm>
            <a:off x="7772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14400" y="1280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לבית הספר לשחייה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16002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תלמידים, קבוצות, נוכחות, הערכות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772400" y="210312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914400" y="2057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סליקה PayMe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2377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 היחיד בלי ניהול תקין — גבייה אוטומטית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0" y="288036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914400" y="2834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בוט WhatsApp + דפי נחיתה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14400" y="31546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24/7, גיוס לידים, שימור חברים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772400" y="36576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14400" y="3611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טפסים דיגיטליים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14400" y="3931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חתימה אלקטרונית, ביטול נייר, חיסכון 120K₪+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828800" y="4526280"/>
            <a:ext cx="45720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נתחיל?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 Line - Neve Oz</dc:title>
  <dc:subject>PptxGenJS Presentation</dc:subject>
  <dc:creator>Stream Line</dc:creator>
  <cp:lastModifiedBy>Stream Line</cp:lastModifiedBy>
  <cp:revision>1</cp:revision>
  <dcterms:created xsi:type="dcterms:W3CDTF">2026-06-27T11:00:09Z</dcterms:created>
  <dcterms:modified xsi:type="dcterms:W3CDTF">2026-06-27T11:00:09Z</dcterms:modified>
</cp:coreProperties>
</file>